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70" r:id="rId5"/>
    <p:sldId id="271" r:id="rId6"/>
    <p:sldId id="272" r:id="rId7"/>
    <p:sldId id="273" r:id="rId8"/>
    <p:sldId id="274" r:id="rId9"/>
    <p:sldId id="275" r:id="rId1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E25E649-3F16-4E02-A733-19D2CDBF48F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5274" autoAdjust="0"/>
  </p:normalViewPr>
  <p:slideViewPr>
    <p:cSldViewPr showGuides="1">
      <p:cViewPr varScale="1">
        <p:scale>
          <a:sx n="75" d="100"/>
          <a:sy n="75" d="100"/>
        </p:scale>
        <p:origin x="60" y="59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ustomXml" Target="../customXml/item3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grpSp>
        <p:nvGrpSpPr>
          <p:cNvPr id="256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/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58" name="Freeform 6"/>
            <p:cNvSpPr/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59" name="Freeform 7"/>
            <p:cNvSpPr/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0" name="Freeform 8"/>
            <p:cNvSpPr/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1" name="Freeform 9"/>
            <p:cNvSpPr/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2" name="Freeform 10"/>
            <p:cNvSpPr/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3" name="Freeform 11"/>
            <p:cNvSpPr/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4" name="Freeform 12"/>
            <p:cNvSpPr/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5" name="Freeform 13"/>
            <p:cNvSpPr/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6" name="Freeform 14"/>
            <p:cNvSpPr/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7" name="Freeform 15"/>
            <p:cNvSpPr/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8" name="Freeform 16"/>
            <p:cNvSpPr/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9" name="Freeform 17"/>
            <p:cNvSpPr/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0" name="Freeform 18"/>
            <p:cNvSpPr/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1" name="Freeform 19"/>
            <p:cNvSpPr/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2" name="Freeform 20"/>
            <p:cNvSpPr/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3" name="Freeform 21"/>
            <p:cNvSpPr/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4" name="Freeform 22"/>
            <p:cNvSpPr/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5" name="Freeform 23"/>
            <p:cNvSpPr/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6" name="Freeform 24"/>
            <p:cNvSpPr/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7" name="Freeform 25"/>
            <p:cNvSpPr/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9" name="Freeform 27"/>
            <p:cNvSpPr/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0" name="Freeform 28"/>
            <p:cNvSpPr/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1" name="Freeform 29"/>
            <p:cNvSpPr/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2" name="Freeform 30"/>
            <p:cNvSpPr/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3" name="Freeform 31"/>
            <p:cNvSpPr/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4" name="Freeform 32"/>
            <p:cNvSpPr/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5" name="Freeform 33"/>
            <p:cNvSpPr/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6" name="Freeform 34"/>
            <p:cNvSpPr/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7" name="Freeform 35"/>
            <p:cNvSpPr/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8" name="Freeform 36"/>
            <p:cNvSpPr/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9" name="Freeform 37"/>
            <p:cNvSpPr/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0" name="Freeform 38"/>
            <p:cNvSpPr/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1" name="Freeform 39"/>
            <p:cNvSpPr/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2" name="Freeform 40"/>
            <p:cNvSpPr/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3" name="Freeform 41"/>
            <p:cNvSpPr/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4" name="Freeform 42"/>
            <p:cNvSpPr/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5" name="Freeform 43"/>
            <p:cNvSpPr/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6" name="Freeform 44"/>
            <p:cNvSpPr/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7" name="Freeform 45"/>
            <p:cNvSpPr/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8" name="Freeform 46"/>
            <p:cNvSpPr/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9" name="Freeform 47"/>
            <p:cNvSpPr/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0" name="Freeform 48"/>
            <p:cNvSpPr/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1" name="Freeform 49"/>
            <p:cNvSpPr/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2" name="Freeform 50"/>
            <p:cNvSpPr/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3" name="Freeform 51"/>
            <p:cNvSpPr/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4" name="Freeform 52"/>
            <p:cNvSpPr/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5" name="Freeform 53"/>
            <p:cNvSpPr/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6" name="Freeform 54"/>
            <p:cNvSpPr/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7" name="Freeform 55"/>
            <p:cNvSpPr/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8" name="Freeform 56"/>
            <p:cNvSpPr/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9" name="Freeform 57"/>
            <p:cNvSpPr/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0" name="Freeform 58"/>
            <p:cNvSpPr/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1" name="Freeform 59"/>
            <p:cNvSpPr/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2" name="Freeform 60"/>
            <p:cNvSpPr/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3" name="Freeform 61"/>
            <p:cNvSpPr/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4" name="Freeform 62"/>
            <p:cNvSpPr/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6" name="Freeform 64"/>
            <p:cNvSpPr/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7" name="Freeform 65"/>
            <p:cNvSpPr/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8" name="Freeform 66"/>
            <p:cNvSpPr/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9" name="Freeform 67"/>
            <p:cNvSpPr/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0" name="Freeform 68"/>
            <p:cNvSpPr/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1" name="Freeform 69"/>
            <p:cNvSpPr/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2" name="Freeform 70"/>
            <p:cNvSpPr/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3" name="Freeform 71"/>
            <p:cNvSpPr/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4" name="Freeform 72"/>
            <p:cNvSpPr/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5" name="Freeform 73"/>
            <p:cNvSpPr/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6" name="Freeform 74"/>
            <p:cNvSpPr/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7" name="Freeform 75"/>
            <p:cNvSpPr/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8" name="Freeform 76"/>
            <p:cNvSpPr/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9" name="Freeform 77"/>
            <p:cNvSpPr/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0" name="Freeform 78"/>
            <p:cNvSpPr/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1" name="Freeform 79"/>
            <p:cNvSpPr/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2" name="Freeform 80"/>
            <p:cNvSpPr/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3" name="Freeform 81"/>
            <p:cNvSpPr/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4" name="Freeform 82"/>
            <p:cNvSpPr/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5" name="Freeform 83"/>
            <p:cNvSpPr/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6" name="Freeform 84"/>
            <p:cNvSpPr/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7" name="Freeform 85"/>
            <p:cNvSpPr/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8" name="Freeform 86"/>
            <p:cNvSpPr/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9" name="Freeform 87"/>
            <p:cNvSpPr/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0" name="Freeform 88"/>
            <p:cNvSpPr/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1" name="Freeform 89"/>
            <p:cNvSpPr/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2" name="Freeform 90"/>
            <p:cNvSpPr/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3" name="Freeform 91"/>
            <p:cNvSpPr/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4" name="Freeform 92"/>
            <p:cNvSpPr/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5" name="Freeform 93"/>
            <p:cNvSpPr/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6" name="Freeform 94"/>
            <p:cNvSpPr/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7" name="Freeform 95"/>
            <p:cNvSpPr/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8" name="Freeform 96"/>
            <p:cNvSpPr/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9" name="Freeform 97"/>
            <p:cNvSpPr/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0" name="Freeform 98"/>
            <p:cNvSpPr/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1" name="Freeform 99"/>
            <p:cNvSpPr/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2" name="Freeform 100"/>
            <p:cNvSpPr/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3" name="Freeform 101"/>
            <p:cNvSpPr/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4" name="Freeform 102"/>
            <p:cNvSpPr/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5" name="Freeform 103"/>
            <p:cNvSpPr/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6" name="Freeform 104"/>
            <p:cNvSpPr/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7" name="Freeform 105"/>
            <p:cNvSpPr/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8" name="Freeform 106"/>
            <p:cNvSpPr/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9" name="Freeform 107"/>
            <p:cNvSpPr/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0" name="Freeform 108"/>
            <p:cNvSpPr/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1" name="Freeform 109"/>
            <p:cNvSpPr/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2" name="Freeform 110"/>
            <p:cNvSpPr/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3" name="Freeform 111"/>
            <p:cNvSpPr/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4" name="Freeform 112"/>
            <p:cNvSpPr/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5" name="Freeform 113"/>
            <p:cNvSpPr/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6" name="Freeform 114"/>
            <p:cNvSpPr/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7" name="Freeform 115"/>
            <p:cNvSpPr/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8" name="Freeform 116"/>
            <p:cNvSpPr/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9" name="Freeform 117"/>
            <p:cNvSpPr/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0" name="Freeform 118"/>
            <p:cNvSpPr/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1" name="Freeform 119"/>
            <p:cNvSpPr/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2" name="Freeform 120"/>
            <p:cNvSpPr/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3" name="Freeform 121"/>
            <p:cNvSpPr/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4" name="Freeform 122"/>
            <p:cNvSpPr/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5" name="Freeform 123"/>
            <p:cNvSpPr/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6" name="Freeform 124"/>
            <p:cNvSpPr/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7" name="Freeform 125"/>
            <p:cNvSpPr/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8" name="Freeform 126"/>
            <p:cNvSpPr/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9" name="Freeform 127"/>
            <p:cNvSpPr/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/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/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/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/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/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/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/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/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/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/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/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/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/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/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/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/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/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/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/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/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/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/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/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/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/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/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/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/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/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/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/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/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/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/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/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/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/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/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/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/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/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/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/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/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/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/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/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/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/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/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/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/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/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/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/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/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/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/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/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/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/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/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/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/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/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/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/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/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/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/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/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/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/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/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57" name="Freeform 6"/>
            <p:cNvSpPr/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58" name="Freeform 7"/>
            <p:cNvSpPr/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59" name="Freeform 8"/>
            <p:cNvSpPr/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0" name="Freeform 9"/>
            <p:cNvSpPr/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1" name="Freeform 10"/>
            <p:cNvSpPr/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2" name="Freeform 11"/>
            <p:cNvSpPr/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3" name="Freeform 12"/>
            <p:cNvSpPr/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4" name="Freeform 13"/>
            <p:cNvSpPr/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5" name="Freeform 14"/>
            <p:cNvSpPr/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6" name="Freeform 15"/>
            <p:cNvSpPr/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7" name="Freeform 16"/>
            <p:cNvSpPr/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8" name="Freeform 17"/>
            <p:cNvSpPr/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69" name="Freeform 18"/>
            <p:cNvSpPr/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0" name="Freeform 19"/>
            <p:cNvSpPr/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1" name="Freeform 20"/>
            <p:cNvSpPr/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2" name="Freeform 21"/>
            <p:cNvSpPr/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3" name="Freeform 22"/>
            <p:cNvSpPr/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4" name="Freeform 23"/>
            <p:cNvSpPr/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5" name="Freeform 24"/>
            <p:cNvSpPr/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6" name="Freeform 25"/>
            <p:cNvSpPr/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8" name="Freeform 27"/>
            <p:cNvSpPr/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79" name="Freeform 28"/>
            <p:cNvSpPr/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0" name="Freeform 29"/>
            <p:cNvSpPr/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1" name="Freeform 30"/>
            <p:cNvSpPr/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2" name="Freeform 31"/>
            <p:cNvSpPr/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3" name="Freeform 32"/>
            <p:cNvSpPr/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4" name="Freeform 33"/>
            <p:cNvSpPr/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5" name="Freeform 34"/>
            <p:cNvSpPr/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6" name="Freeform 35"/>
            <p:cNvSpPr/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7" name="Freeform 36"/>
            <p:cNvSpPr/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8" name="Freeform 37"/>
            <p:cNvSpPr/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89" name="Freeform 38"/>
            <p:cNvSpPr/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0" name="Freeform 39"/>
            <p:cNvSpPr/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1" name="Freeform 40"/>
            <p:cNvSpPr/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2" name="Freeform 41"/>
            <p:cNvSpPr/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3" name="Freeform 42"/>
            <p:cNvSpPr/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4" name="Freeform 43"/>
            <p:cNvSpPr/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5" name="Freeform 44"/>
            <p:cNvSpPr/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6" name="Freeform 45"/>
            <p:cNvSpPr/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7" name="Freeform 46"/>
            <p:cNvSpPr/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8" name="Freeform 47"/>
            <p:cNvSpPr/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299" name="Freeform 48"/>
            <p:cNvSpPr/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0" name="Freeform 49"/>
            <p:cNvSpPr/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1" name="Freeform 50"/>
            <p:cNvSpPr/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2" name="Freeform 51"/>
            <p:cNvSpPr/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3" name="Freeform 52"/>
            <p:cNvSpPr/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4" name="Freeform 53"/>
            <p:cNvSpPr/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5" name="Freeform 54"/>
            <p:cNvSpPr/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6" name="Freeform 55"/>
            <p:cNvSpPr/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7" name="Freeform 56"/>
            <p:cNvSpPr/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8" name="Freeform 57"/>
            <p:cNvSpPr/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09" name="Freeform 58"/>
            <p:cNvSpPr/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0" name="Freeform 59"/>
            <p:cNvSpPr/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1" name="Freeform 60"/>
            <p:cNvSpPr/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2" name="Freeform 61"/>
            <p:cNvSpPr/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3" name="Freeform 62"/>
            <p:cNvSpPr/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5" name="Freeform 64"/>
            <p:cNvSpPr/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6" name="Freeform 65"/>
            <p:cNvSpPr/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7" name="Freeform 66"/>
            <p:cNvSpPr/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8" name="Freeform 67"/>
            <p:cNvSpPr/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19" name="Freeform 68"/>
            <p:cNvSpPr/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0" name="Freeform 69"/>
            <p:cNvSpPr/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1" name="Freeform 70"/>
            <p:cNvSpPr/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2" name="Freeform 71"/>
            <p:cNvSpPr/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3" name="Freeform 72"/>
            <p:cNvSpPr/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4" name="Freeform 73"/>
            <p:cNvSpPr/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5" name="Freeform 74"/>
            <p:cNvSpPr/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6" name="Freeform 75"/>
            <p:cNvSpPr/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7" name="Freeform 76"/>
            <p:cNvSpPr/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8" name="Freeform 77"/>
            <p:cNvSpPr/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29" name="Freeform 78"/>
            <p:cNvSpPr/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0" name="Freeform 79"/>
            <p:cNvSpPr/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1" name="Freeform 80"/>
            <p:cNvSpPr/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2" name="Freeform 81"/>
            <p:cNvSpPr/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3" name="Freeform 82"/>
            <p:cNvSpPr/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4" name="Freeform 83"/>
            <p:cNvSpPr/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5" name="Freeform 84"/>
            <p:cNvSpPr/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6" name="Freeform 85"/>
            <p:cNvSpPr/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7" name="Freeform 86"/>
            <p:cNvSpPr/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8" name="Freeform 87"/>
            <p:cNvSpPr/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39" name="Freeform 88"/>
            <p:cNvSpPr/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0" name="Freeform 89"/>
            <p:cNvSpPr/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1" name="Freeform 90"/>
            <p:cNvSpPr/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2" name="Freeform 91"/>
            <p:cNvSpPr/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3" name="Freeform 92"/>
            <p:cNvSpPr/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4" name="Freeform 93"/>
            <p:cNvSpPr/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5" name="Freeform 94"/>
            <p:cNvSpPr/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6" name="Freeform 95"/>
            <p:cNvSpPr/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7" name="Freeform 96"/>
            <p:cNvSpPr/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8" name="Freeform 97"/>
            <p:cNvSpPr/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49" name="Freeform 98"/>
            <p:cNvSpPr/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0" name="Freeform 99"/>
            <p:cNvSpPr/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1" name="Freeform 100"/>
            <p:cNvSpPr/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2" name="Freeform 101"/>
            <p:cNvSpPr/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3" name="Freeform 102"/>
            <p:cNvSpPr/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4" name="Freeform 103"/>
            <p:cNvSpPr/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5" name="Freeform 104"/>
            <p:cNvSpPr/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6" name="Freeform 105"/>
            <p:cNvSpPr/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7" name="Freeform 106"/>
            <p:cNvSpPr/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8" name="Freeform 107"/>
            <p:cNvSpPr/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59" name="Freeform 108"/>
            <p:cNvSpPr/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0" name="Freeform 109"/>
            <p:cNvSpPr/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1" name="Freeform 110"/>
            <p:cNvSpPr/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2" name="Freeform 111"/>
            <p:cNvSpPr/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3" name="Freeform 112"/>
            <p:cNvSpPr/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4" name="Freeform 113"/>
            <p:cNvSpPr/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5" name="Freeform 114"/>
            <p:cNvSpPr/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6" name="Freeform 115"/>
            <p:cNvSpPr/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7" name="Freeform 116"/>
            <p:cNvSpPr/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8" name="Freeform 117"/>
            <p:cNvSpPr/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69" name="Freeform 118"/>
            <p:cNvSpPr/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0" name="Freeform 119"/>
            <p:cNvSpPr/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1" name="Freeform 120"/>
            <p:cNvSpPr/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2" name="Freeform 121"/>
            <p:cNvSpPr/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3" name="Freeform 122"/>
            <p:cNvSpPr/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4" name="Freeform 123"/>
            <p:cNvSpPr/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5" name="Freeform 124"/>
            <p:cNvSpPr/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6" name="Freeform 125"/>
            <p:cNvSpPr/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7" name="Freeform 126"/>
            <p:cNvSpPr/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  <p:sp>
          <p:nvSpPr>
            <p:cNvPr id="378" name="Freeform 127"/>
            <p:cNvSpPr/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/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/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/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/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/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/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/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/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/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/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/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/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/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/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/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/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/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/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/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/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/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/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/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/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/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/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/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/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/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/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/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/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/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/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/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/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/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/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/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/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/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/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/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/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/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/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/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/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/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/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/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/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/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/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/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/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/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/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/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/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/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/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/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/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/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/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/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/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/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/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/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/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/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/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7070">
              <a:defRPr sz="1600"/>
            </a:lvl6pPr>
            <a:lvl7pPr marL="1957070">
              <a:defRPr sz="1600" baseline="0"/>
            </a:lvl7pPr>
            <a:lvl8pPr marL="1957070">
              <a:defRPr sz="1600" baseline="0"/>
            </a:lvl8pPr>
            <a:lvl9pPr marL="1957070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7070">
              <a:defRPr sz="1600"/>
            </a:lvl6pPr>
            <a:lvl7pPr marL="1957070">
              <a:defRPr sz="1600"/>
            </a:lvl7pPr>
            <a:lvl8pPr marL="1957070">
              <a:defRPr sz="1600" baseline="0"/>
            </a:lvl8pPr>
            <a:lvl9pPr marL="1957070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/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/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/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/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/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/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/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/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/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/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/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/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/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/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/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/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/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/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/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/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/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/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/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/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/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/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/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/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/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/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/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/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/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/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/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/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/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/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/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/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/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/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/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/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/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/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/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/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/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/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/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/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/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/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/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/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/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/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/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/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/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/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/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/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/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/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/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/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/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/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/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/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/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7070">
              <a:defRPr sz="1600"/>
            </a:lvl6pPr>
            <a:lvl7pPr marL="1957070">
              <a:defRPr sz="1600" baseline="0"/>
            </a:lvl7pPr>
            <a:lvl8pPr marL="1957070">
              <a:defRPr sz="1600" baseline="0"/>
            </a:lvl8pPr>
            <a:lvl9pPr marL="1957070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7070">
              <a:defRPr sz="1600"/>
            </a:lvl5pPr>
            <a:lvl6pPr marL="1957070">
              <a:defRPr sz="1600"/>
            </a:lvl6pPr>
            <a:lvl7pPr marL="1957070">
              <a:defRPr sz="1600"/>
            </a:lvl7pPr>
            <a:lvl8pPr marL="1957070">
              <a:defRPr sz="1600"/>
            </a:lvl8pPr>
            <a:lvl9pPr marL="1957070"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/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/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/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/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/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/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/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/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/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/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/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/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/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/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/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/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/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/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/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/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/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/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/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/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/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/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/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/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/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/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/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/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/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/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/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/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/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/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/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/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/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/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/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/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/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/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/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/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/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/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/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/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/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/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/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/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/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/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/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/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/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/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/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/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/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/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/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/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/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/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/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/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/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frame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/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/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/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/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/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/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/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/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/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/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/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/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/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/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/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/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/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/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/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/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/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/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/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/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/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/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/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/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/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/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/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/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/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/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/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/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/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/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/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/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/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/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/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/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/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/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/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/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/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/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/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/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/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/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/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/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/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/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/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/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/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/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/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/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/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/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/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/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/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/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/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/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/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/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/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/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/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/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/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/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/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/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/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/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/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/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/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/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/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/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/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/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/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/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/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/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/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/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/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/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/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/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/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/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/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/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/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/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/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/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/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/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/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/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/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/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/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/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/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/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/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/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/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/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/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/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/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/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/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/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/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/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/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/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/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/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/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/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/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/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/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/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/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/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/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/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/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/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/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/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/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/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/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/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/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/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/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/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/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/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/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/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/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/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/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/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/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/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/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/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/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/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/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/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/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/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/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/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/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/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/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/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/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/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/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/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/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/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/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/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/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/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/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/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/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/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/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/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/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/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/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/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/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/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/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/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/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/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/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/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/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/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/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/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/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/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/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/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/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/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/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/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/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/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/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/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/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/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/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/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/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/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/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/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/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/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/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/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/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/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/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/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/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/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/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/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/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/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/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/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/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/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/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/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/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/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/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/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/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/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/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/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/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/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/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/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/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/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/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/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/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/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/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/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/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/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/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/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/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/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/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/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/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/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/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/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/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/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/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/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/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/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frame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/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/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/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/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/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/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/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/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/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/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/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/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/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/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/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/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/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/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/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/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/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/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/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/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/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/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/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/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/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/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/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/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/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/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/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/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/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/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/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/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/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/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/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/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/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/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/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/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/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/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/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/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/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/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/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/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/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/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/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/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/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/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/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/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/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/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/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/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/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/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/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/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/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/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/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/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/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/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/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/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/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/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/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/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/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/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/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/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/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/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/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/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/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/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/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/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/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/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/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/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/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/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/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/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/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/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/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/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/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/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/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/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/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/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/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/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/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/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/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/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/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/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/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/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/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/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/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/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/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/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/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/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/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/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/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/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/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/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/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/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/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/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/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/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/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/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/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/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/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/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/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/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/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/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/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/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/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/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/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/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/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/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/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/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/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/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/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/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/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/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/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/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/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/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/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/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/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/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/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/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/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/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/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/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/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/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/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/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/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/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/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/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/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/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/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/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/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/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/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/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/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/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/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/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/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/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/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/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/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/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/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/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/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/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/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/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/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/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/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/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/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/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/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/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/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/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/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/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/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/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/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/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/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/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/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/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/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/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/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/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/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/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/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/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/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/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/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/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/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/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/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/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/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/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/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/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/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/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/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/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/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/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/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/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/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/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/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/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/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/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/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/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/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/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/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/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/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/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/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/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/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/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/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/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/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/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/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/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/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/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/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/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/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/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/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/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/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/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/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/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/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/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/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/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/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/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/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/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/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/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/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/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/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/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/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/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/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/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/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/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/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/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/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/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/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/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/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/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/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/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/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/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/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/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/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/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/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/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/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/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/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/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/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/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/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/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/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/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/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/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/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/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/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/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/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/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/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/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/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/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/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/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/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/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/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7070">
              <a:defRPr/>
            </a:lvl6pPr>
            <a:lvl7pPr marL="1957070">
              <a:defRPr/>
            </a:lvl7pPr>
            <a:lvl8pPr marL="1957070">
              <a:defRPr/>
            </a:lvl8pPr>
            <a:lvl9pPr marL="1957070"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/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/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/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/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/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/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/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/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/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/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/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/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/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/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/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/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/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/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/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/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/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/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/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/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/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/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/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/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/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/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/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/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/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/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/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/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/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/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/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/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/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/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/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/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/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/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/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/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/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/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/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/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/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/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/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/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/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/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/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/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/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/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/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/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/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/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/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/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/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/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/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/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/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anose="020B0704020202020204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5945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545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anose="020B070402020202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145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745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anose="020B0704020202020204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345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anose="020B0704020202020204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545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145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anose="020B0704020202020204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7491" y="1568467"/>
            <a:ext cx="10453843" cy="2667000"/>
          </a:xfrm>
        </p:spPr>
        <p:txBody>
          <a:bodyPr/>
          <a:lstStyle/>
          <a:p>
            <a:r>
              <a:rPr lang="en-US" dirty="0"/>
              <a:t>QA </a:t>
            </a:r>
            <a:r>
              <a:rPr lang="en-US"/>
              <a:t>Auto wire</a:t>
            </a:r>
            <a:br>
              <a:rPr lang="en-US" dirty="0"/>
            </a:br>
            <a:br>
              <a:rPr lang="en-US" dirty="0"/>
            </a:br>
            <a:r>
              <a:rPr lang="en-US"/>
              <a:t>AI Integrated Framework 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AI-Powered Test Automation Framework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ea typeface="+mj-lt"/>
                <a:cs typeface="+mj-lt"/>
              </a:rPr>
              <a:t>The Problem</a:t>
            </a:r>
            <a:endParaRPr lang="en-US" sz="440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200">
                <a:ea typeface="+mn-lt"/>
                <a:cs typeface="+mn-lt"/>
                <a:sym typeface="+mn-ea"/>
              </a:rPr>
              <a:t>AI-generated automation often consumes huge context/token volumes</a:t>
            </a:r>
            <a:endParaRPr lang="en-US" sz="3200">
              <a:ea typeface="+mn-lt"/>
              <a:cs typeface="+mn-lt"/>
            </a:endParaRPr>
          </a:p>
          <a:p>
            <a:r>
              <a:rPr lang="en-US" sz="3200">
                <a:ea typeface="+mn-lt"/>
                <a:cs typeface="+mn-lt"/>
              </a:rPr>
              <a:t>Test automation requires significant coding effort </a:t>
            </a:r>
            <a:endParaRPr lang="en-US" sz="3200" dirty="0"/>
          </a:p>
          <a:p>
            <a:r>
              <a:rPr lang="en-US" sz="3200">
                <a:ea typeface="+mn-lt"/>
                <a:cs typeface="+mn-lt"/>
              </a:rPr>
              <a:t>Complex DOM structures like angular, react</a:t>
            </a:r>
            <a:endParaRPr lang="en-US" sz="3200" dirty="0">
              <a:ea typeface="+mn-lt"/>
              <a:cs typeface="+mn-lt"/>
            </a:endParaRPr>
          </a:p>
          <a:p>
            <a:r>
              <a:rPr lang="en-US" sz="3200">
                <a:ea typeface="+mn-lt"/>
                <a:cs typeface="+mn-lt"/>
              </a:rPr>
              <a:t>Dynamic IDs &amp; attributes</a:t>
            </a:r>
            <a:endParaRPr lang="en-US" sz="3200">
              <a:ea typeface="+mn-lt"/>
              <a:cs typeface="+mn-lt"/>
            </a:endParaRPr>
          </a:p>
          <a:p>
            <a:r>
              <a:rPr lang="en-US" sz="3200">
                <a:ea typeface="+mn-lt"/>
                <a:cs typeface="+mn-lt"/>
              </a:rPr>
              <a:t>Multiple similar elements with </a:t>
            </a:r>
            <a:r>
              <a:rPr lang="en-US" sz="3000">
                <a:ea typeface="+mn-lt"/>
                <a:cs typeface="+mn-lt"/>
              </a:rPr>
              <a:t>False-positive automation</a:t>
            </a:r>
            <a:br>
              <a:rPr lang="en-US" sz="3000" dirty="0">
                <a:ea typeface="+mn-lt"/>
                <a:cs typeface="+mn-lt"/>
              </a:rPr>
            </a:br>
            <a:endParaRPr lang="en-US" sz="30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3200" dirty="0">
              <a:ea typeface="+mn-lt"/>
              <a:cs typeface="+mn-lt"/>
            </a:endParaRPr>
          </a:p>
          <a:p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ea typeface="+mj-lt"/>
                <a:cs typeface="+mj-lt"/>
              </a:rPr>
              <a:t>Our Solution — QA </a:t>
            </a:r>
            <a:r>
              <a:rPr lang="en-US" sz="4400">
                <a:ea typeface="+mj-lt"/>
                <a:cs typeface="+mj-lt"/>
              </a:rPr>
              <a:t>Auto wire</a:t>
            </a:r>
            <a:endParaRPr lang="en-US" dirty="0" err="1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ea typeface="+mn-lt"/>
                <a:cs typeface="+mn-lt"/>
              </a:rPr>
              <a:t>Provides relevant context to the LLM instead </a:t>
            </a:r>
            <a:r>
              <a:rPr lang="en-US" sz="3200">
                <a:ea typeface="+mn-lt"/>
                <a:cs typeface="+mn-lt"/>
              </a:rPr>
              <a:t>of sending</a:t>
            </a:r>
            <a:r>
              <a:rPr lang="en-US" sz="3200" dirty="0">
                <a:ea typeface="+mn-lt"/>
                <a:cs typeface="+mn-lt"/>
              </a:rPr>
              <a:t> the entire project or Dom</a:t>
            </a:r>
            <a:endParaRPr lang="en-US" sz="3200" dirty="0">
              <a:ea typeface="+mn-lt"/>
              <a:cs typeface="+mn-lt"/>
            </a:endParaRPr>
          </a:p>
          <a:p>
            <a:r>
              <a:rPr lang="en-US" sz="3200">
                <a:ea typeface="+mn-lt"/>
                <a:cs typeface="+mn-lt"/>
              </a:rPr>
              <a:t>AI-powered automation framework that understands the application context</a:t>
            </a:r>
            <a:endParaRPr lang="en-US"/>
          </a:p>
          <a:p>
            <a:r>
              <a:rPr lang="en-US" sz="3200"/>
              <a:t>Proper assertion validation in each steps</a:t>
            </a:r>
            <a:endParaRPr lang="en-US" sz="3200"/>
          </a:p>
          <a:p>
            <a:r>
              <a:rPr lang="en-US" sz="3200" dirty="0"/>
              <a:t>Less token </a:t>
            </a:r>
            <a:r>
              <a:rPr lang="en-US" sz="3200"/>
              <a:t>consumption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ea typeface="+mj-lt"/>
                <a:cs typeface="+mj-lt"/>
              </a:rPr>
              <a:t>Token Optimization</a:t>
            </a: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200" b="1">
                <a:ea typeface="+mn-lt"/>
                <a:cs typeface="+mn-lt"/>
              </a:rPr>
              <a:t>Traditional AI approach</a:t>
            </a:r>
            <a:endParaRPr lang="en-US"/>
          </a:p>
          <a:p>
            <a:pPr lvl="1">
              <a:buFont typeface="Arial" panose="020B0704020202020204" pitchFamily="34" charset="0"/>
              <a:buChar char="•"/>
            </a:pPr>
            <a:r>
              <a:rPr lang="en-US" sz="2800">
                <a:ea typeface="+mn-lt"/>
                <a:cs typeface="+mn-lt"/>
              </a:rPr>
              <a:t>Sends large portions of the project/context </a:t>
            </a:r>
            <a:endParaRPr lang="en-US" sz="2800"/>
          </a:p>
          <a:p>
            <a:pPr lvl="1">
              <a:buFont typeface="Arial" panose="020B0704020202020204" pitchFamily="34" charset="0"/>
              <a:buChar char="•"/>
            </a:pPr>
            <a:r>
              <a:rPr lang="en-US" sz="2800">
                <a:ea typeface="+mn-lt"/>
                <a:cs typeface="+mn-lt"/>
              </a:rPr>
              <a:t>20K–40K tokens </a:t>
            </a:r>
            <a:endParaRPr lang="en-US" sz="2800"/>
          </a:p>
          <a:p>
            <a:pPr lvl="1">
              <a:buFont typeface="Arial" panose="020B0704020202020204" pitchFamily="34" charset="0"/>
              <a:buChar char="•"/>
            </a:pPr>
            <a:r>
              <a:rPr lang="en-US" sz="2800">
                <a:ea typeface="+mn-lt"/>
                <a:cs typeface="+mn-lt"/>
              </a:rPr>
              <a:t>Higher cost </a:t>
            </a:r>
            <a:endParaRPr lang="en-US" sz="2800"/>
          </a:p>
          <a:p>
            <a:r>
              <a:rPr lang="en-US" sz="3200" b="1" dirty="0">
                <a:ea typeface="+mn-lt"/>
                <a:cs typeface="+mn-lt"/>
              </a:rPr>
              <a:t>QA </a:t>
            </a:r>
            <a:r>
              <a:rPr lang="en-US" sz="3200" b="1">
                <a:ea typeface="+mn-lt"/>
                <a:cs typeface="+mn-lt"/>
              </a:rPr>
              <a:t>Auto wire framework</a:t>
            </a:r>
            <a:endParaRPr lang="en-US" dirty="0" err="1"/>
          </a:p>
          <a:p>
            <a:pPr lvl="1">
              <a:buFont typeface="Arial" panose="020B0704020202020204" pitchFamily="34" charset="0"/>
              <a:buChar char="•"/>
            </a:pPr>
            <a:r>
              <a:rPr lang="en-US" sz="2800">
                <a:ea typeface="+mn-lt"/>
                <a:cs typeface="+mn-lt"/>
              </a:rPr>
              <a:t>Retrieves only relevant automation context </a:t>
            </a:r>
            <a:endParaRPr lang="en-US" sz="2800"/>
          </a:p>
          <a:p>
            <a:pPr lvl="1">
              <a:buFont typeface="Arial" panose="020B0704020202020204" pitchFamily="34" charset="0"/>
              <a:buChar char="•"/>
            </a:pPr>
            <a:r>
              <a:rPr lang="en-US" sz="2800">
                <a:ea typeface="+mn-lt"/>
                <a:cs typeface="+mn-lt"/>
              </a:rPr>
              <a:t>2K–8K tokens </a:t>
            </a:r>
            <a:endParaRPr lang="en-US" sz="2800"/>
          </a:p>
          <a:p>
            <a:pPr lvl="1">
              <a:buFont typeface="Arial" panose="020B0704020202020204" pitchFamily="34" charset="0"/>
              <a:buChar char="•"/>
            </a:pPr>
            <a:r>
              <a:rPr lang="en-US" sz="2800">
                <a:ea typeface="+mn-lt"/>
                <a:cs typeface="+mn-lt"/>
              </a:rPr>
              <a:t>Lower cost </a:t>
            </a:r>
            <a:endParaRPr lang="en-US" sz="2800"/>
          </a:p>
          <a:p>
            <a:pPr lvl="1">
              <a:buFont typeface="Arial" panose="020B0704020202020204" pitchFamily="34" charset="0"/>
              <a:buChar char="•"/>
            </a:pPr>
            <a:r>
              <a:rPr lang="en-US" sz="2800">
                <a:ea typeface="+mn-lt"/>
                <a:cs typeface="+mn-lt"/>
              </a:rPr>
              <a:t>Faster processing</a:t>
            </a:r>
            <a:endParaRPr lang="en-US" sz="2800"/>
          </a:p>
          <a:p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ea typeface="+mj-lt"/>
                <a:cs typeface="+mj-lt"/>
              </a:rPr>
              <a:t>How QA </a:t>
            </a:r>
            <a:r>
              <a:rPr lang="en-US" sz="4400">
                <a:ea typeface="+mj-lt"/>
                <a:cs typeface="+mj-lt"/>
              </a:rPr>
              <a:t>Auto wire</a:t>
            </a:r>
            <a:r>
              <a:rPr lang="en-US" sz="4400" dirty="0">
                <a:ea typeface="+mj-lt"/>
                <a:cs typeface="+mj-lt"/>
              </a:rPr>
              <a:t> framework Works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US" sz="3200">
                <a:ea typeface="+mn-lt"/>
                <a:cs typeface="+mn-lt"/>
              </a:rPr>
              <a:t>  User performs browser actions</a:t>
            </a:r>
            <a:endParaRPr lang="en-US"/>
          </a:p>
          <a:p>
            <a:pPr marL="788670" lvl="1" indent="-514350">
              <a:buFont typeface="Arial" panose="020B07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Tester interacts with the application normally. </a:t>
            </a:r>
            <a:endParaRPr lang="en-US" sz="2400"/>
          </a:p>
          <a:p>
            <a:pPr marL="788670" lvl="1" indent="-514350">
              <a:buFont typeface="Arial" panose="020B07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Click, type, select, navigate, etc. </a:t>
            </a:r>
            <a:endParaRPr lang="en-US" sz="2400"/>
          </a:p>
          <a:p>
            <a:pPr marL="788670" lvl="1" indent="-514350">
              <a:buFont typeface="Arial" panose="020B07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I created a </a:t>
            </a:r>
            <a:r>
              <a:rPr lang="en-US" sz="2400" b="1">
                <a:ea typeface="+mn-lt"/>
                <a:cs typeface="+mn-lt"/>
              </a:rPr>
              <a:t>custom interface that communicates directly with the browser</a:t>
            </a:r>
            <a:endParaRPr lang="en-US" sz="2400" b="1" dirty="0">
              <a:ea typeface="+mn-lt"/>
              <a:cs typeface="+mn-lt"/>
            </a:endParaRPr>
          </a:p>
          <a:p>
            <a:pPr marL="788670" lvl="1" indent="-514350">
              <a:buFont typeface="Arial" panose="020B07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QA </a:t>
            </a:r>
            <a:r>
              <a:rPr lang="en-US" sz="2400" b="1">
                <a:ea typeface="+mn-lt"/>
                <a:cs typeface="+mn-lt"/>
              </a:rPr>
              <a:t>Auto wire captures the browser actions</a:t>
            </a:r>
            <a:endParaRPr lang="en-US" sz="2400"/>
          </a:p>
          <a:p>
            <a:pPr marL="514350" indent="-514350">
              <a:buAutoNum type="arabicPeriod"/>
            </a:pPr>
            <a:r>
              <a:rPr lang="en-US" sz="3200" b="1">
                <a:ea typeface="+mn-lt"/>
                <a:cs typeface="+mn-lt"/>
              </a:rPr>
              <a:t>  It captures relevant information such as: </a:t>
            </a:r>
            <a:endParaRPr lang="en-US" b="1"/>
          </a:p>
          <a:p>
            <a:pPr marL="731520" lvl="1" indent="-457200">
              <a:buFont typeface="Arial" panose="020B07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Element </a:t>
            </a:r>
            <a:endParaRPr lang="en-US"/>
          </a:p>
          <a:p>
            <a:pPr marL="731520" lvl="1" indent="-457200">
              <a:buFont typeface="Arial" panose="020B07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Locator</a:t>
            </a:r>
            <a:endParaRPr lang="en-US"/>
          </a:p>
          <a:p>
            <a:pPr marL="731520" lvl="1" indent="-457200">
              <a:buFont typeface="Arial" panose="020B07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Action type </a:t>
            </a:r>
            <a:endParaRPr lang="en-US"/>
          </a:p>
          <a:p>
            <a:pPr marL="731520" lvl="1" indent="-457200">
              <a:buFont typeface="Arial" panose="020B07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Input value </a:t>
            </a:r>
            <a:endParaRPr lang="en-US"/>
          </a:p>
          <a:p>
            <a:pPr marL="731520" lvl="1" indent="-457200">
              <a:buFont typeface="Arial" panose="020B07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Page/context </a:t>
            </a:r>
            <a:endParaRPr lang="en-US" sz="3200">
              <a:ea typeface="+mn-lt"/>
              <a:cs typeface="+mn-lt"/>
            </a:endParaRPr>
          </a:p>
          <a:p>
            <a:pPr marL="274320" lvl="1" indent="0">
              <a:buNone/>
            </a:pPr>
            <a:endParaRPr lang="en-US" dirty="0">
              <a:ea typeface="+mn-lt"/>
              <a:cs typeface="+mn-lt"/>
            </a:endParaRPr>
          </a:p>
          <a:p>
            <a:pPr marL="274320" lvl="1" indent="0">
              <a:buNone/>
            </a:pPr>
            <a:r>
              <a:rPr lang="en-US" sz="3200">
                <a:ea typeface="+mn-lt"/>
                <a:cs typeface="+mn-lt"/>
              </a:rPr>
              <a:t>The captured browser action is converted into an automation code</a:t>
            </a:r>
            <a:endParaRPr lang="en-US" sz="3200"/>
          </a:p>
          <a:p>
            <a:pPr marL="514350" indent="-514350">
              <a:buAutoNum type="arabicPeriod"/>
            </a:pPr>
            <a:endParaRPr 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Workflow</a:t>
            </a:r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416593" y="2182276"/>
            <a:ext cx="1790463" cy="4247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/>
              <a:t>User / Tester</a:t>
            </a:r>
            <a:endParaRPr lang="en-GB" sz="2400"/>
          </a:p>
        </p:txBody>
      </p:sp>
      <p:sp>
        <p:nvSpPr>
          <p:cNvPr id="7" name="TextBox 6"/>
          <p:cNvSpPr txBox="1"/>
          <p:nvPr/>
        </p:nvSpPr>
        <p:spPr>
          <a:xfrm>
            <a:off x="4407512" y="2182751"/>
            <a:ext cx="2194341" cy="4247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ea typeface="+mn-lt"/>
                <a:cs typeface="+mn-lt"/>
              </a:rPr>
              <a:t>Browser Action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24917" y="1975614"/>
            <a:ext cx="274319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sz="2400" dirty="0">
                <a:ea typeface="+mn-lt"/>
                <a:cs typeface="+mn-lt"/>
              </a:rPr>
              <a:t>QA </a:t>
            </a:r>
            <a:r>
              <a:rPr lang="en-GB" sz="2400">
                <a:ea typeface="+mn-lt"/>
                <a:cs typeface="+mn-lt"/>
              </a:rPr>
              <a:t>Auto wire</a:t>
            </a:r>
            <a:r>
              <a:rPr lang="en-GB" sz="2400" dirty="0">
                <a:ea typeface="+mn-lt"/>
                <a:cs typeface="+mn-lt"/>
              </a:rPr>
              <a:t> Engine</a:t>
            </a:r>
            <a:endParaRPr lang="en-GB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7562046" y="3766386"/>
            <a:ext cx="2743200" cy="4247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ea typeface="+mn-lt"/>
                <a:cs typeface="+mn-lt"/>
              </a:rPr>
              <a:t>Captured Context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96960" y="5215090"/>
            <a:ext cx="2743200" cy="4247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ea typeface="+mn-lt"/>
                <a:cs typeface="+mn-lt"/>
              </a:rPr>
              <a:t>Send to LLM </a:t>
            </a: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755045" y="5215185"/>
            <a:ext cx="2743200" cy="4247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ea typeface="+mn-lt"/>
                <a:cs typeface="+mn-lt"/>
              </a:rPr>
              <a:t>Generated Code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3" name="Arrow: Right 12"/>
          <p:cNvSpPr/>
          <p:nvPr/>
        </p:nvSpPr>
        <p:spPr>
          <a:xfrm>
            <a:off x="3204404" y="2183104"/>
            <a:ext cx="1102678" cy="422476"/>
          </a:xfrm>
          <a:prstGeom prst="rightArrow">
            <a:avLst/>
          </a:prstGeom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/>
          <p:cNvSpPr/>
          <p:nvPr/>
        </p:nvSpPr>
        <p:spPr>
          <a:xfrm>
            <a:off x="6602308" y="2183104"/>
            <a:ext cx="1102678" cy="422476"/>
          </a:xfrm>
          <a:prstGeom prst="rightArrow">
            <a:avLst/>
          </a:prstGeom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Down 14"/>
          <p:cNvSpPr/>
          <p:nvPr/>
        </p:nvSpPr>
        <p:spPr>
          <a:xfrm>
            <a:off x="8523547" y="2938933"/>
            <a:ext cx="412142" cy="833375"/>
          </a:xfrm>
          <a:prstGeom prst="downArrow">
            <a:avLst/>
          </a:prstGeom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Down 15"/>
          <p:cNvSpPr/>
          <p:nvPr/>
        </p:nvSpPr>
        <p:spPr>
          <a:xfrm>
            <a:off x="8521440" y="4314590"/>
            <a:ext cx="412142" cy="895532"/>
          </a:xfrm>
          <a:prstGeom prst="downArrow">
            <a:avLst/>
          </a:prstGeom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Left 16"/>
          <p:cNvSpPr/>
          <p:nvPr/>
        </p:nvSpPr>
        <p:spPr>
          <a:xfrm>
            <a:off x="6408394" y="5180890"/>
            <a:ext cx="978408" cy="484632"/>
          </a:xfrm>
          <a:prstGeom prst="leftArrow">
            <a:avLst/>
          </a:prstGeom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1699" y="2987363"/>
            <a:ext cx="5505544" cy="12293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7200">
                <a:ea typeface="+mn-lt"/>
                <a:cs typeface="+mn-lt"/>
              </a:rPr>
              <a:t>Live Demo</a:t>
            </a:r>
            <a:endParaRPr lang="en-US"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6621" y="2196055"/>
            <a:ext cx="5505544" cy="12293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7200">
                <a:ea typeface="+mn-lt"/>
                <a:cs typeface="+mn-lt"/>
              </a:rPr>
              <a:t>Q &amp; 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ma="http://schemas.microsoft.com/office/2006/metadata/properties/metaAttributes" xmlns:ct="http://schemas.microsoft.com/office/2006/metadata/contentType" ma:contentTypeScope="" ma:contentTypeVersion="27" ct:_="" ma:_="" ma:contentTypeName="Document" ma:versionID="c6f9a84f66a9c8b9a21755b9ffafb945" ma:contentTypeDescription="Create a new document." ma:contentTypeID="0x01010079F111ED35F8CC479449609E8A0923A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ns1:_="" ns3:_="" ns2:_="" ns4:_="" ma:fieldsID="27df39e3e7036dff54f89ddd5805ce72" targetNamespace="http://schemas.microsoft.com/office/2006/metadata/properties" ma:root="true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elementFormDefault="qualified" targetNamespace="http://schemas.microsoft.com/sharepoint/v3">
    <xsd:import namespace="http://schemas.microsoft.com/office/2006/documentManagement/types"/>
    <xsd:import namespace="http://schemas.microsoft.com/office/infopath/2007/PartnerControls"/>
    <xsd:element name="_ip_UnifiedCompliancePolicyProperties" ma:displayName="Unified Compliance Policy Properties" nillable="true" ma:internalName="_ip_UnifiedCompliancePolicyProperties" ma:readOnly="false" ma:index="20" ma:hidden="true">
      <xsd:simpleType>
        <xsd:restriction base="dms:Note"/>
      </xsd:simpleType>
    </xsd:element>
    <xsd:element name="_ip_UnifiedCompliancePolicyUIAction" ma:displayName="Unified Compliance Policy UI Action" nillable="true" ma:internalName="_ip_UnifiedCompliancePolicyUIAction" ma:readOnly="false" ma:index="21" ma:hidden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elementFormDefault="qualified" targetNamespace="71af3243-3dd4-4a8d-8c0d-dd76da1f02a5">
    <xsd:import namespace="http://schemas.microsoft.com/office/2006/documentManagement/types"/>
    <xsd:import namespace="http://schemas.microsoft.com/office/infopath/2007/PartnerControls"/>
    <xsd:element name="Status" ma:displayName="Status" nillable="true" ma:internalName="Status" ma:format="Dropdown" ma:readOnly="false" ma:index="2" ma:default="Not started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displayName="Image" nillable="true" ma:internalName="Image" ma:format="Image" ma:readOnly="false" ma:index="3">
      <xsd:complexType>
        <xsd:complexContent>
          <xsd:extension base="dms:URL">
            <xsd:sequence>
              <xsd:element name="Url" minOccurs="0" nillable="true" type="dms:ValidUrl"/>
              <xsd:element name="Description" nillable="true" type="xsd:string"/>
            </xsd:sequence>
          </xsd:extension>
        </xsd:complexContent>
      </xsd:complexType>
    </xsd:element>
    <xsd:element name="MediaServiceMetadata" ma:displayName="MediaServiceMetadata" nillable="true" ma:internalName="MediaServiceMetadata" ma:readOnly="true" ma:index="8" ma:hidden="true">
      <xsd:simpleType>
        <xsd:restriction base="dms:Note"/>
      </xsd:simpleType>
    </xsd:element>
    <xsd:element name="MediaServiceFastMetadata" ma:displayName="MediaServiceFastMetadata" nillable="true" ma:internalName="MediaServiceFastMetadata" ma:readOnly="true" ma:index="9" ma:hidden="true">
      <xsd:simpleType>
        <xsd:restriction base="dms:Note"/>
      </xsd:simpleType>
    </xsd:element>
    <xsd:element name="MediaServiceOCR" ma:displayName="MediaServiceOCR" nillable="true" ma:internalName="MediaServiceOCR" ma:readOnly="true" ma:index="10" ma:hidden="true">
      <xsd:simpleType>
        <xsd:restriction base="dms:Note"/>
      </xsd:simpleType>
    </xsd:element>
    <xsd:element name="MediaServiceAutoTags" ma:displayName="MediaServiceAutoTags" nillable="true" ma:internalName="MediaServiceAutoTags" ma:readOnly="true" ma:index="11" ma:hidden="true">
      <xsd:simpleType>
        <xsd:restriction base="dms:Text"/>
      </xsd:simpleType>
    </xsd:element>
    <xsd:element name="MediaServiceEventHashCode" ma:displayName="MediaServiceEventHashCode" nillable="true" ma:internalName="MediaServiceEventHashCode" ma:readOnly="true" ma:index="12" ma:hidden="true">
      <xsd:simpleType>
        <xsd:restriction base="dms:Text"/>
      </xsd:simpleType>
    </xsd:element>
    <xsd:element name="MediaServiceGenerationTime" ma:displayName="MediaServiceGenerationTime" nillable="true" ma:internalName="MediaServiceGenerationTime" ma:readOnly="true" ma:index="13" ma:hidden="true">
      <xsd:simpleType>
        <xsd:restriction base="dms:Text"/>
      </xsd:simpleType>
    </xsd:element>
    <xsd:element name="MediaServiceAutoKeyPoints" ma:displayName="MediaServiceAutoKeyPoints" nillable="true" ma:internalName="MediaServiceAutoKeyPoints" ma:readOnly="true" ma:index="16" ma:hidden="true">
      <xsd:simpleType>
        <xsd:restriction base="dms:Note"/>
      </xsd:simpleType>
    </xsd:element>
    <xsd:element name="MediaServiceKeyPoints" ma:displayName="KeyPoints" nillable="true" ma:internalName="MediaServiceKeyPoints" ma:readOnly="false" ma:index="17" ma:hidden="true">
      <xsd:simpleType>
        <xsd:restriction base="dms:Note"/>
      </xsd:simpleType>
    </xsd:element>
    <xsd:element name="MediaServiceDateTaken" ma:displayName="MediaServiceDateTaken" nillable="true" ma:internalName="MediaServiceDateTaken" ma:readOnly="true" ma:index="18" ma:hidden="true">
      <xsd:simpleType>
        <xsd:restriction base="dms:Text"/>
      </xsd:simpleType>
    </xsd:element>
    <xsd:element name="ImageTagsTaxHTField" ma:taxonomyMulti="true" ma:taxonomyFieldName="MediaServiceImageTags" ma:displayName="Image Tags" ma:fieldId="{5cf76f15-5ced-4ddc-b409-7134ff3c332f}" nillable="true" ma:internalName="ImageTagsTaxHTField" ma:sspId="e385fb40-52d4-4fae-9c5b-3e8ff8a5878e" ma:anchorId="fba54fb3-c3e1-fe81-a776-ca4b69148c4d" ma:open="true" ma:isKeyword="false" ma:readOnly="false" ma:index="25" ma:termSetId="09814cd3-568e-fe90-9814-8d621ff8fb84" ma:taxonomy="true">
      <xsd:complexType>
        <xsd:sequence>
          <xsd:element ref="pc:Terms" maxOccurs="1" minOccurs="0"/>
        </xsd:sequence>
      </xsd:complexType>
    </xsd:element>
    <xsd:element name="MediaServiceLocation" ma:displayName="Location" nillable="true" ma:internalName="MediaServiceLocation" ma:readOnly="true" ma:index="26" ma:hidden="true">
      <xsd:simpleType>
        <xsd:restriction base="dms:Text"/>
      </xsd:simpleType>
    </xsd:element>
    <xsd:element name="MediaLengthInSeconds" ma:displayName="MediaLengthInSeconds" nillable="true" ma:internalName="MediaLengthInSeconds" ma:readOnly="true" ma:index="27" ma:hidden="true">
      <xsd:simpleType>
        <xsd:restriction base="dms:Unknown"/>
      </xsd:simpleType>
    </xsd:element>
    <xsd:element name="Background" ma:displayName="Background" nillable="true" ma:internalName="Background" ma:format="Dropdown" ma:index="28" ma:default="0">
      <xsd:simpleType>
        <xsd:restriction base="dms:Boolean"/>
      </xsd:simpleType>
    </xsd:element>
    <xsd:element name="MediaServiceSearchProperties" ma:displayName="MediaServiceSearchProperties" nillable="true" ma:internalName="MediaServiceSearchProperties" ma:readOnly="true" ma:index="29" ma:hidden="true">
      <xsd:simpleType>
        <xsd:restriction base="dms:Note"/>
      </xsd:simpleType>
    </xsd:element>
    <xsd:element name="MediaServiceDocTags" ma:displayName="MediaServiceDocTags" nillable="true" ma:internalName="MediaServiceDocTags" ma:readOnly="true" ma:index="30" ma:hidden="true">
      <xsd:simpleType>
        <xsd:restriction base="dms:Note"/>
      </xsd:simpleType>
    </xsd:element>
    <xsd:element name="MediaServiceObjectDetectorVersions" ma:displayName="MediaServiceObjectDetectorVersions" ma:description="" nillable="true" ma:internalName="MediaServiceObjectDetectorVersions" ma:indexed="true" ma:readOnly="true" ma:index="31" ma:hidden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elementFormDefault="qualified" targetNamespace="16c05727-aa75-4e4a-9b5f-8a80a1165891">
    <xsd:import namespace="http://schemas.microsoft.com/office/2006/documentManagement/types"/>
    <xsd:import namespace="http://schemas.microsoft.com/office/infopath/2007/PartnerControls"/>
    <xsd:element name="SharedWithUsers" ma:displayName="Shared With" nillable="true" ma:internalName="SharedWithUsers" ma:readOnly="true" ma:index="14" ma:hidden="true">
      <xsd:complexType>
        <xsd:complexContent>
          <xsd:extension base="dms:UserMulti">
            <xsd:sequence>
              <xsd:element name="UserInfo" maxOccurs="unbounded" minOccurs="0">
                <xsd:complexType>
                  <xsd:sequence>
                    <xsd:element name="DisplayName" minOccurs="0" type="xsd:string"/>
                    <xsd:element name="AccountId" minOccurs="0" nillable="true" type="dms:UserId"/>
                    <xsd:element name="AccountType" minOccurs="0" type="xsd:string"/>
                  </xsd:sequence>
                </xsd:complexType>
              </xsd:element>
            </xsd:sequence>
          </xsd:extension>
        </xsd:complexContent>
      </xsd:complexType>
    </xsd:element>
    <xsd:element name="SharedWithDetails" ma:displayName="Shared With Details" nillable="true" ma:internalName="SharedWithDetails" ma:readOnly="true" ma:index="15" ma:hidden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elementFormDefault="qualified" targetNamespace="230e9df3-be65-4c73-a93b-d1236ebd677e">
    <xsd:import namespace="http://schemas.microsoft.com/office/2006/documentManagement/types"/>
    <xsd:import namespace="http://schemas.microsoft.com/office/infopath/2007/PartnerControls"/>
    <xsd:element name="TaxCatchAll" ma:displayName="Taxonomy Catch All Column" ma:showField="CatchAllData" ma:web="16c05727-aa75-4e4a-9b5f-8a80a1165891" nillable="true" ma:list="{3f6bfcbc-3db3-4ae6-bd76-326f0798ad28}" ma:internalName="TaxCatchAll" ma:readOnly="false" ma:index="23" ma:hidden="true">
      <xsd:complexType>
        <xsd:complexContent>
          <xsd:extension base="dms:MultiChoiceLookup">
            <xsd:sequence>
              <xsd:element name="Value" maxOccurs="unbounded" minOccurs="0" nillable="true" type="dms:Lookup"/>
            </xsd:sequence>
          </xsd:extension>
        </xsd:complexContent>
      </xsd:complexType>
    </xsd:element>
  </xsd:schema>
  <xsd:schema xmlns:xsd="http://www.w3.org/2001/XMLSchema" xmlns:xsi="http://www.w3.org/2001/XMLSchema-instance" xmlns:dcterms="http://purl.org/dc/terms/" xmlns="http://schemas.openxmlformats.org/package/2006/metadata/core-properties" xmlns:odoc="http://schemas.microsoft.com/internal/obd" xmlns:dc="http://purl.org/dc/elements/1.1/" elementFormDefault="qualified" blockDefault="#all" targetNamespace="http://schemas.openxmlformats.org/package/2006/metadata/core-properties" attributeFormDefault="unqualified">
    <xsd:import schemaLocation="http://dublincore.org/schemas/xmls/qdc/2003/04/02/dc.xsd" namespace="http://purl.org/dc/elements/1.1/"/>
    <xsd:import schemaLocation="http://dublincore.org/schemas/xmls/qdc/2003/04/02/dcterms.xsd" namespace="http://purl.org/dc/terms/"/>
    <xsd:element name="coreProperties" type="CT_coreProperties"/>
    <xsd:complexType name="CT_coreProperties">
      <xsd:all>
        <xsd:element ref="dc:creator" maxOccurs="1" minOccurs="0"/>
        <xsd:element ref="dcterms:created" maxOccurs="1" minOccurs="0"/>
        <xsd:element ref="dc:identifier" maxOccurs="1" minOccurs="0"/>
        <xsd:element name="contentType" maxOccurs="1" minOccurs="0" ma:displayName="Content Type" type="xsd:string"/>
        <xsd:element ref="dc:title" maxOccurs="1" minOccurs="0" ma:displayName="Title" ma:index="1"/>
        <xsd:element ref="dc:subject" maxOccurs="1" minOccurs="0"/>
        <xsd:element ref="dc:description" maxOccurs="1" minOccurs="0"/>
        <xsd:element name="keywords" maxOccurs="1" minOccurs="0" type="xsd:string"/>
        <xsd:element ref="dc:language" maxOccurs="1" minOccurs="0"/>
        <xsd:element name="category" maxOccurs="1" minOccurs="0" type="xsd:string"/>
        <xsd:element name="version" maxOccurs="1" minOccurs="0" type="xsd:string"/>
        <xsd:element name="revision" maxOccurs="1" minOccurs="0" type="xsd:string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name="lastModifiedBy" maxOccurs="1" minOccurs="0" type="xsd:string"/>
        <xsd:element ref="dcterms:modified" maxOccurs="1" minOccurs="0"/>
        <xsd:element name="contentStatus" maxOccurs="1" minOccurs="0" type="xsd:string"/>
      </xsd:all>
    </xsd:complexType>
  </xsd:schema>
  <xs:schema xmlns:xs="http://www.w3.org/2001/XMLSchema" xmlns:pc="http://schemas.microsoft.com/office/infopath/2007/PartnerControls" elementFormDefault="qualified" targetNamespace="http://schemas.microsoft.com/office/infopath/2007/PartnerControls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axOccurs="unbounded" minOccurs="0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axOccurs="unbounded" minOccurs="0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xsi="http://www.w3.org/2001/XMLSchema-instance" xmlns:p="http://schemas.microsoft.com/office/2006/metadata/properties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FC92C0-A33F-467F-A65D-AA0CE0BD2B63}">
  <ds:schemaRefs/>
</ds:datastoreItem>
</file>

<file path=customXml/itemProps2.xml><?xml version="1.0" encoding="utf-8"?>
<ds:datastoreItem xmlns:ds="http://schemas.openxmlformats.org/officeDocument/2006/customXml" ds:itemID="{682B82EB-80D3-4DDB-9A53-0D22163B57B3}">
  <ds:schemaRefs/>
</ds:datastoreItem>
</file>

<file path=customXml/itemProps3.xml><?xml version="1.0" encoding="utf-8"?>
<ds:datastoreItem xmlns:ds="http://schemas.openxmlformats.org/officeDocument/2006/customXml" ds:itemID="{EBA52FF4-E484-4953-8434-9402E3BE0AB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0</TotalTime>
  <Words>1315</Words>
  <Application>WPS Presentation</Application>
  <PresentationFormat>Custom</PresentationFormat>
  <Paragraphs>69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Consolas</vt:lpstr>
      <vt:lpstr>苹方-简</vt:lpstr>
      <vt:lpstr>Corbel</vt:lpstr>
      <vt:lpstr>Microsoft YaHei</vt:lpstr>
      <vt:lpstr>汉仪旗黑</vt:lpstr>
      <vt:lpstr>Arial Unicode MS</vt:lpstr>
      <vt:lpstr>宋体-简</vt:lpstr>
      <vt:lpstr>Custom</vt:lpstr>
      <vt:lpstr>QA Auto wire  AI Integrated Framework </vt:lpstr>
      <vt:lpstr>The Problem</vt:lpstr>
      <vt:lpstr>Our Solution — QA Auto wire</vt:lpstr>
      <vt:lpstr>Token Optimization</vt:lpstr>
      <vt:lpstr>How QA Auto wire framework Works</vt:lpstr>
      <vt:lpstr>Workflow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bhuvanes</cp:lastModifiedBy>
  <cp:revision>207</cp:revision>
  <dcterms:created xsi:type="dcterms:W3CDTF">2026-08-22T03:03:25Z</dcterms:created>
  <dcterms:modified xsi:type="dcterms:W3CDTF">2026-08-22T03:03:25Z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KSOProductBuildVer">
    <vt:lpwstr>1033-12.1.26035.26035</vt:lpwstr>
  </property>
  <property fmtid="{D5CDD505-2E9C-101B-9397-08002B2CF9AE}" pid="5" name="ICV">
    <vt:lpwstr>E28D3FF8C9040F737D11896A5A4131A1_42</vt:lpwstr>
  </property>
</Properties>
</file>